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51760" y="1801368"/>
            <a:ext cx="42976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59152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78AF"/>
                </a:solidFill>
                <a:latin typeface="Aptos Display"/>
              </a:defRPr>
            </a:pPr>
            <a:r>
              <a:t>Custom Module Folder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rPr sz="1400"/>
              <a:t>A Python Custom Module Folder or Package is a collection of Python files placed in one directory.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rPr sz="1400"/>
              <a:t>The directory name becomes the module name and should contain no spaces.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rPr sz="1400"/>
              <a:t>Files inside the folder can contain functions, classes, or variables for related functionality.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rPr sz="1400"/>
              <a:t>This organization promotes modularity, reusability, maintainability, and cleaner code.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Custom Module Folder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Create a directory with the module name and add Python files containing the required functions, classes, and variables.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Create an empty __init__.py file in the same directory; this marks the directory as a package.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The folder name becomes the package name and its contents become importable.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MathCalc/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400"/>
              <a:t>    __init__.py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    add2nums.py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    mul2nums.py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    sub2nums.py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Creating a Custom Module Folder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MathCalc contains three modules: add2nums.py, mul2nums.py, and sub2nums.py.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The functions add, multiply, and subtract two numbers respectively.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Create MathCalcCaller.py in the same folder as the package.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Import the modules: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rPr sz="1280"/>
              <a:t>from MathCalc import add2nums, mul2nums, sub2nums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Call add2nums.add2nums(10,20), mul2nums.mul2nums(20,30), and sub2nums.sub2nums(40,10).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Output: 30, 600, 30.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MathCalc Module and Testing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The __all__ list in __init__.py controls which members are available with from module import *.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Example package: MathCalcInit_all.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rPr sz="1280"/>
              <a:t>__all__ = ['add2nums', 'mul2nums']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The package also contains add2nums.py, mul2nums.py, and sub2nums.py.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With from MathCalcInit_all import *, add2nums and mul2nums are available.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sub2nums is excluded because it is not listed in __all__.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Using __all__ in __init__.py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A Python module can be imported by another script and can also be executed directly.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Use if __name__ == "__main__": to run code only when the file is executed directly.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The source defines addition_module.py with add_variables(var1=0, var2=0).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When run directly, it accepts two numbers and prints their sum.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When imported, the guarded input/output block does not execute.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rPr sz="1400"/>
              <a:t>Example: inputs 3 and 4 produce The sum is: 7.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Module Executable and Import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Adding __main__.py makes a custom module folder executable as a package.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MathModule/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400"/>
              <a:t>    __init__.py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400"/>
              <a:t>    __main__.py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400"/>
              <a:t>    add_variables.py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400"/>
              <a:t>    multiply_variables.py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Run with: python -m MathModule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The source example performs addition and multiplication and prints 3 and 12 for inputs 1, 2 and 3, 4.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Executable Custom Module Folder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A main() function can serve as the program entry point and is commonly called inside the __main__ guard.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If the module is imported, the guarded main() call does not execute, preventing unwanted input/output.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The source demonstrates reusable square_root() and power() functions imported into other programs.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Without the __main__ guard, importing a module can execute its main() function.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1040">
                <a:solidFill>
                  <a:srgbClr val="262626"/>
                </a:solidFill>
                <a:latin typeface="Aptos"/>
              </a:defRPr>
            </a:pPr>
            <a:r>
              <a:rPr sz="1400"/>
              <a:t>To import a module from another directory, the source uses: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import sys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sys.path.append('/path/to/module-folder')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defRPr sz="970">
                <a:solidFill>
                  <a:srgbClr val="262626"/>
                </a:solidFill>
                <a:latin typeface="Courier New"/>
              </a:defRPr>
            </a:pPr>
            <a:r>
              <a:rPr sz="1280"/>
              <a:t>from module_name import module_function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main(), Imports and Custom Paths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